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hccadaptive.com/f8f9fc3bd1/treasure.pdf?v=100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hccadaptive.com/f8f9fc3bd1/treasure.pdf?v=1008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hccadaptive.com/f8f9fc3bd1/draw.pdf?v=1008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hccadaptive.com/f8f9fc3bd1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