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light-refract/mv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light-lens/lab.html#less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treasure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games/light-refract-quiz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light-refract/mv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games/taiwan-train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games/light-refract-quiz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treasure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draw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light-refract/mv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92000"/>
                </a:srgbClr>
              </a:gs>
              <a:gs pos="50000">
                <a:srgbClr val="05090F">
                  <a:alpha val="82000"/>
                </a:srgbClr>
              </a:gs>
              <a:gs pos="100000">
                <a:srgbClr val="05090F">
                  <a:alpha val="6000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32588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光線特勤隊・今天三節課</a:t>
            </a:r>
          </a:p>
        </p:txBody>
      </p:sp>
      <p:sp>
        <p:nvSpPr>
          <p:cNvPr id="6" name="TextBox 5">
            <a:hlinkClick action="ppaction://hlinksldjump" r:id="rId3"/>
          </p:cNvPr>
          <p:cNvSpPr txBox="1"/>
          <p:nvPr/>
        </p:nvSpPr>
        <p:spPr>
          <a:xfrm>
            <a:off x="685800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30168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透鏡實驗室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97096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64024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　折射大搶答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26080"/>
            <a:ext cx="3291839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4"/>
          </p:cNvPr>
          <p:cNvSpPr txBox="1"/>
          <p:nvPr/>
        </p:nvSpPr>
        <p:spPr>
          <a:xfrm>
            <a:off x="4434840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63240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630168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197096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折射大搶答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34840" y="2926080"/>
            <a:ext cx="3291839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5"/>
          </p:cNvPr>
          <p:cNvSpPr txBox="1"/>
          <p:nvPr/>
        </p:nvSpPr>
        <p:spPr>
          <a:xfrm>
            <a:off x="8183879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063240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生活裡的折射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630168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水滴放大鏡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97096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我看到的光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764024"/>
            <a:ext cx="34747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　MV 再唱一次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83879" y="2926080"/>
            <a:ext cx="3291840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58064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點班級名稱可以直接跳到那一節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甲班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5 節　13:10–13:55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MV〈折一下 Snap!〉　（5 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30752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透鏡實驗室　（12 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43983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放大鏡尋寶　（15 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57216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4　折射大搶答　（10 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甲班・2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放大鏡的中間，是厚的還是薄的？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中間厚 → 讓光換方向 → 東西看起來變大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easure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甲班・3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 星　找到 4 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58184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 星　找到 8 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44568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 星　寫一句：放大鏡讓＿＿變大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尋寶單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870448"/>
            <a:ext cx="6858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放大鏡不對著太陽、不對著別人的眼睛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zz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甲班・4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折射大搶答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分兩隊，答錯沒關係，再想一次！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ain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乙班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6 節　14:05–14:50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MV〈折一下 Snap!〉　（5 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30752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光之環島列車　（22 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43983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折射大搶答　（15 分）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第6節・1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iw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875" y="0"/>
            <a:ext cx="51435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0"/>
                </a:srgbClr>
              </a:gs>
              <a:gs pos="50000">
                <a:srgbClr val="05090F">
                  <a:alpha val="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第6節・2 / 3</a:t>
            </a:r>
          </a:p>
        </p:txBody>
      </p:sp>
      <p:sp>
        <p:nvSpPr>
          <p:cNvPr id="6" name="TextBox 5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zz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第6節・3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折射大搶答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分兩隊，答錯沒關係，再想一次！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乙班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7 節　15:00–15:45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生活裡的折射　（10 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30752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水滴放大鏡　（15 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43983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我看到的光　（13 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57216"/>
            <a:ext cx="5669280" cy="585216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0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4　MV 再唱一次　（5 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00"/>
                            </p:stCondLst>
                            <p:childTnLst>
                              <p:par>
                                <p:cTn id="2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ol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看起來淺淺的……真的淺嗎？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其實更深！光在水面折一下，池底看起來變淺了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魚看起來在這裡，網子要往哪裡撈？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再深一點！魚真正的位置比看起來深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水滴放在字上，字怎麼了？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字變大了！圓圓的水滴讓光換方向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-text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第7節・2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自己做一個放大鏡！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透明片放在尋寶單的字上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58184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用滴管滴一滴水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44568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看！字變大了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aw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第7節・3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畫下今天最神奇的發現，再說一句話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畫卡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第7節・4 / 4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0000"/>
                </a:srgbClr>
              </a:gs>
              <a:gs pos="50000">
                <a:srgbClr val="05090F">
                  <a:alpha val="60000"/>
                </a:srgbClr>
              </a:gs>
              <a:gs pos="100000">
                <a:srgbClr val="05090F">
                  <a:alpha val="3000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19456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今天的光線特勤隊，表現超棒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