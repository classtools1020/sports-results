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www.youtube.com/watch?v=t0Ueei9eS_U" TargetMode="External"/><Relationship Id="rId4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show/" TargetMode="Externa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5.png"/><Relationship Id="rId4" Type="http://schemas.openxmlformats.org/officeDocument/2006/relationships/hyperlink" Target="https://hccadaptive.com/f8f9fc3bd1/treasure.pdf?v=1008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refract-quiz.html" TargetMode="External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4358487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4495647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3"/>
          </p:cNvPr>
          <p:cNvSpPr txBox="1"/>
          <p:nvPr/>
        </p:nvSpPr>
        <p:spPr>
          <a:xfrm>
            <a:off x="4541367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1367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MV＋影片：太陽聚光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1367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透鏡快問＋放大鏡偵探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1367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1367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影片：放大鏡對著太陽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透鏡快問＋放大鏡偵探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385816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340096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8" name="Rectangle 17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80"/>
                            </p:stCondLst>
                            <p:childTnLst>
                              <p:par>
                                <p:cTn id="6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880"/>
                            </p:stCondLst>
                            <p:childTnLst>
                              <p:par>
                                <p:cTn id="6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甲班｜影片時間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影片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再看一次！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放大鏡對著太陽，樹葉冒煙了！</a:t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看完問：樹葉為什麼會冒煙？</a:t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⚠ 放大鏡不能對著太陽、不能對著人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播放影片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_su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783080"/>
            <a:ext cx="48463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692140" y="196596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4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4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52578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摸摸看：中間鼓鼓的、比較厚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737360"/>
            <a:ext cx="4937759" cy="420624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92440" y="15087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甲班｜放大鏡偵探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先猜再揭曉：字變大？景色倒過來？第 7 頁有影片（點電視就播）。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打開簡報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sh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