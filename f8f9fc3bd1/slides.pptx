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show/" TargetMode="Externa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4.png"/><Relationship Id="rId4" Type="http://schemas.openxmlformats.org/officeDocument/2006/relationships/hyperlink" Target="https://hccadaptive.com/f8f9fc3bd1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4358487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4495647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3"/>
          </p:cNvPr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1367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367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4846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692140" y="196596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4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4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52578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摸摸看：中間鼓鼓的、比較厚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4937759" cy="420624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92440" y="15087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先猜再揭曉：字變大？景色倒過來？光聚到焦點？一直按「下一步」就好。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