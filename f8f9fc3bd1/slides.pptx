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lens/lab.html#lesson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hccadaptive.com/f8f9fc3bd1/treasure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refract-quiz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taiwan-train.html" TargetMode="Externa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refract-quiz.html" TargetMode="Externa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hyperlink" Target="https://hccadaptive.com/f8f9fc3bd1/treasure.pdf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5.png"/><Relationship Id="rId4" Type="http://schemas.openxmlformats.org/officeDocument/2006/relationships/hyperlink" Target="https://hccadaptive.com/f8f9fc3bd1/draw.pdf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透鏡快問＋實驗室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折射環島搶答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折射環島搶答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折射偵探守則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四個生活案件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水滴放大鏡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我看到的光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透鏡快問＋透鏡實驗室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甲班｜透鏡實驗室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一站一站玩：放大鏡、眼鏡、相機，都在讓光換方向。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l="8" r="8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寫一句：放大鏡讓＿＿變大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甲班｜搶答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今天的目標：分辨反射和折射，說出光在水面折一下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ain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乙班｜光與顏色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從台北出發，每一站答一題光的問題。卡住可以按「看提示」。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t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今天的目標：找出生活裡的折射，做一個水滴放大鏡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折射偵探守則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四個生活案件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比一比：水滴和放大鏡，哪一個讓字變得比較大？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乙班｜畫畫看</a:t>
            </a:r>
          </a:p>
        </p:txBody>
      </p:sp>
      <p:sp>
        <p:nvSpPr>
          <p:cNvPr id="5" name="Rectangle 4"/>
          <p:cNvSpPr/>
          <p:nvPr/>
        </p:nvSpPr>
        <p:spPr>
          <a:xfrm rot="150000">
            <a:off x="6821424" y="822960"/>
            <a:ext cx="4206240" cy="58521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50000">
            <a:off x="6766560" y="731520"/>
            <a:ext cx="420624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draw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 rot="150000">
            <a:off x="6839712" y="804672"/>
            <a:ext cx="4059935" cy="5705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914400"/>
            <a:ext cx="5852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畫下今天最神奇的發現。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74320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我看到＿＿＿＿＿＿，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因為光＿＿＿＿＿＿。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434340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例：我看到字變大，因為光換方向。</a:t>
            </a:r>
          </a:p>
        </p:txBody>
      </p:sp>
      <p:sp>
        <p:nvSpPr>
          <p:cNvPr id="13" name="Rounded Rectangle 12">
            <a:hlinkClick r:id="rId4"/>
          </p:cNvPr>
          <p:cNvSpPr/>
          <p:nvPr/>
        </p:nvSpPr>
        <p:spPr>
          <a:xfrm>
            <a:off x="658368" y="512064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畫卡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乙班｜一起唱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