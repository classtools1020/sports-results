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show/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hccadaptive.com/f8f9fc3bd1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hccadaptive.com/f8f9fc3bd1/treasure.pdf?v=100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hccadaptive.com/f8f9fc3bd1/draw.pdf?v=100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折射環島搶答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還記得前兩節的實驗嗎？真實照片＋光線動畫，複習中間厚、中間薄、焦點、倒過來。一直按「下一步」就好。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