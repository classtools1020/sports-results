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紅隊、藍隊輪流開特勤車去竹東辦案！先按「折射案件」。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