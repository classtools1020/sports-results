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4.png"/><Relationship Id="rId4" Type="http://schemas.openxmlformats.org/officeDocument/2006/relationships/hyperlink" Target="https://hccadaptive.com/f8f9fc3bd1/treasure.pdf?v=100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放大鏡偵探（簡報）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折射環島搶答（挑戰）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放大鏡偵探（簡報）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放大鏡尋寶單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折射環島搶答（挑戰）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先看影片，再先猜後揭曉：字變大？景色倒過來？一直按「下一步」。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