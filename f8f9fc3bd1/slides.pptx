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2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show/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draw.pdf?v=1011b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raw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折射大破案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折射大破案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水滴放大鏡任務單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破案口號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還記得前兩節的實驗嗎？真實照片＋光線動畫，複習中間厚、中間薄、焦點、倒過來。一直按「下一步」就好。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每一站請一位同學上台點答案，答對就插上一面金旗！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折射大破案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今天的目標：說出光碰到水會折一下＝折射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折射大破案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traw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每一站請一位同學上台點答案，答對就插上一面金旗！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今天的目標：自己做水滴放大鏡，看見字變大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水滴放大鏡任務單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破案口號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準備：透明片、滴管、一杯水、水滴放大鏡任務單</a:t>
            </a:r>
          </a:p>
        </p:txBody>
      </p:sp>
      <p:sp>
        <p:nvSpPr>
          <p:cNvPr id="12" name="Rectangle 11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做到一步，就在任務單上打勾！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任務單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乙班｜破案口號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5661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光碰到水，會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321868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237744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圓圓的水滴讓字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454456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70332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